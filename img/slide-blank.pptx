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C79B"/>
    <a:srgbClr val="1818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463B5-EC3E-402B-A093-42CAA8DCE22D}" type="datetimeFigureOut">
              <a:rPr lang="en-US" smtClean="0"/>
              <a:t>8/10/2019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C036-19DC-49A5-B8EB-CEF2DB32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41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463B5-EC3E-402B-A093-42CAA8DCE22D}" type="datetimeFigureOut">
              <a:rPr lang="en-US" smtClean="0"/>
              <a:t>8/10/2019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C036-19DC-49A5-B8EB-CEF2DB32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06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463B5-EC3E-402B-A093-42CAA8DCE22D}" type="datetimeFigureOut">
              <a:rPr lang="en-US" smtClean="0"/>
              <a:t>8/10/2019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C036-19DC-49A5-B8EB-CEF2DB32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5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463B5-EC3E-402B-A093-42CAA8DCE22D}" type="datetimeFigureOut">
              <a:rPr lang="en-US" smtClean="0"/>
              <a:t>8/10/2019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C036-19DC-49A5-B8EB-CEF2DB32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4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463B5-EC3E-402B-A093-42CAA8DCE22D}" type="datetimeFigureOut">
              <a:rPr lang="en-US" smtClean="0"/>
              <a:t>8/10/2019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C036-19DC-49A5-B8EB-CEF2DB32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202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463B5-EC3E-402B-A093-42CAA8DCE22D}" type="datetimeFigureOut">
              <a:rPr lang="en-US" smtClean="0"/>
              <a:t>8/10/2019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C036-19DC-49A5-B8EB-CEF2DB32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462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463B5-EC3E-402B-A093-42CAA8DCE22D}" type="datetimeFigureOut">
              <a:rPr lang="en-US" smtClean="0"/>
              <a:t>8/10/2019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C036-19DC-49A5-B8EB-CEF2DB32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706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463B5-EC3E-402B-A093-42CAA8DCE22D}" type="datetimeFigureOut">
              <a:rPr lang="en-US" smtClean="0"/>
              <a:t>8/10/2019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C036-19DC-49A5-B8EB-CEF2DB32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75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463B5-EC3E-402B-A093-42CAA8DCE22D}" type="datetimeFigureOut">
              <a:rPr lang="en-US" smtClean="0"/>
              <a:t>8/10/2019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C036-19DC-49A5-B8EB-CEF2DB32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627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463B5-EC3E-402B-A093-42CAA8DCE22D}" type="datetimeFigureOut">
              <a:rPr lang="en-US" smtClean="0"/>
              <a:t>8/10/2019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C036-19DC-49A5-B8EB-CEF2DB32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40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463B5-EC3E-402B-A093-42CAA8DCE22D}" type="datetimeFigureOut">
              <a:rPr lang="en-US" smtClean="0"/>
              <a:t>8/10/2019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1C036-19DC-49A5-B8EB-CEF2DB32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80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463B5-EC3E-402B-A093-42CAA8DCE22D}" type="datetimeFigureOut">
              <a:rPr lang="en-US" smtClean="0"/>
              <a:t>8/10/2019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1C036-19DC-49A5-B8EB-CEF2DB327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229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/>
          <p:cNvSpPr/>
          <p:nvPr/>
        </p:nvSpPr>
        <p:spPr>
          <a:xfrm>
            <a:off x="3425866" y="-154546"/>
            <a:ext cx="4802532" cy="7012546"/>
          </a:xfrm>
          <a:prstGeom prst="rtTriangle">
            <a:avLst/>
          </a:prstGeom>
          <a:solidFill>
            <a:srgbClr val="18181E"/>
          </a:solidFill>
          <a:ln>
            <a:solidFill>
              <a:srgbClr val="1818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918952" y="0"/>
            <a:ext cx="1609859" cy="6858000"/>
          </a:xfrm>
          <a:prstGeom prst="rect">
            <a:avLst/>
          </a:prstGeom>
          <a:solidFill>
            <a:srgbClr val="18181E"/>
          </a:solidFill>
          <a:ln>
            <a:solidFill>
              <a:srgbClr val="1818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3425866" y="0"/>
            <a:ext cx="4802532" cy="701898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309870" y="0"/>
            <a:ext cx="4767252" cy="7012546"/>
          </a:xfrm>
          <a:prstGeom prst="line">
            <a:avLst/>
          </a:prstGeom>
          <a:ln w="28575">
            <a:solidFill>
              <a:srgbClr val="DEC79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305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Benjamin Conroy</dc:creator>
  <cp:lastModifiedBy>Benjamin Conroy</cp:lastModifiedBy>
  <cp:revision>4</cp:revision>
  <dcterms:created xsi:type="dcterms:W3CDTF">2019-08-10T19:36:49Z</dcterms:created>
  <dcterms:modified xsi:type="dcterms:W3CDTF">2019-08-10T20:48:06Z</dcterms:modified>
</cp:coreProperties>
</file>